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Band Gaps of SnSe-Based Materials from Composition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[TBD] | Predicting Band Gaps of SnSe-Based Materials from Composition | Dr. Prashant Shahi (presenter — confirm with group)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FDP: Machine Learning for Materials and Metallurgical Engineering | 13–18 July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537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2011680"/>
          </a:xfrm>
          <a:prstGeom prst="rect">
            <a:avLst/>
          </a:prstGeom>
          <a:solidFill>
            <a:srgbClr val="FFF9E6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composition-only model predict whether a Sn-Se-based compound is a metal or an insulator, and its band gap?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SnSe is one of the best-performing thermoelectric materials found in the last decade. A fast, composition-only screen lets researchers triage candidate dopants/alloys before committing to expensive DFT calculations.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FDP: Machine Learning for Materials and Metallurgical Engineering | 13–18 July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0" y="6537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21040"/>
              </a:tblGrid>
              <a:tr h="502920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The Materials Project (materialsproject.org), queried via mp-api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Size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220 raw entries → 192 unique compounds after cleaning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Features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132 composition-derived descriptors (matminer, Magpie preset)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band_gap (eV)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Cleaning needed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De-duplicated by formula; dropped missing/failed-featurization rows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FFF9E6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unique Sn-Se-based compounds, 132 composition features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5349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insulators / 29% metals — used for both classification and regression stages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FDP: Machine Learning for Materials and Metallurgical Engineering | 13–18 July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778240" y="6537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solidFill>
            <a:srgbClr val="FFF9E6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Logistic Regression vs. Random Forest (300 trees). Regression: Random Forest (300 trees) on insulators only.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(mean ± std) — dataset small relative to 132 features. Chosen because Random Forest handles nonlinear composition-property relationships and gives feature importances for free.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FDP: Machine Learning for Materials and Metallurgical Engineering | 13–18 July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0" y="6537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Performance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pic>
        <p:nvPicPr>
          <p:cNvPr id="5" name="Image 0" descr="fig_predi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297680" cy="429768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920240"/>
          <a:ext cx="56692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</a:tblGrid>
              <a:tr h="548640">
                <a:tc>
                  <a:txBody>
                    <a:bodyPr/>
                    <a:lstStyle/>
                    <a:p>
                      <a:r>
                        <a:t>Classification Accuracy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80.2% (5-fold CV)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Regression MAE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0.357 eV (5-fold CV)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Regression R²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0.401 (5-fold CV)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212080" y="38404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reaches 80.2% classification accuracy and explains ~40% of band-gap variance (R²) from composition alone — a fast screen, not a DFT replacement.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6576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FDP: Machine Learning for Materials and Metallurgical Engineering | 13–18 July 2026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778240" y="6537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What Drives Band Gap?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Electronegativity-related descriptors — especially the range of electronegativity across a compound's elements — emerge as the most influential, consistent with known SnSe band-engineering mechanisms.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FDP: Machine Learning for Materials and Metallurgical Engineering | 13–18 July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778240" y="6537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7</a:t>
            </a:r>
            <a:endParaRPr lang="en-US" sz="1000" dirty="0"/>
          </a:p>
        </p:txBody>
      </p:sp>
      <p:pic>
        <p:nvPicPr>
          <p:cNvPr id="9" name="Picture 8" descr="fig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9515" y="1858304"/>
            <a:ext cx="5902489" cy="37814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&amp; Limitations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1828800"/>
          </a:xfrm>
          <a:prstGeom prst="rect">
            <a:avLst/>
          </a:prstGeom>
          <a:solidFill>
            <a:srgbClr val="FFF9E6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Composition-only Random Forest reaches ~80% classification accuracy and ~0.36 eV band-gap MAE — a useful fast screen, not a DFT replacement.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composition-only features can't distinguish polymorphs (e.g. SnSe's room-temp vs. high-T phase); the ~190-compound dataset is small relative to 132 features.  |  Code &amp; notebook: github.com/ShahiDDU/snse-bandgap-ml-capstone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FDP: Machine Learning for Materials and Metallurgical Engineering | 13–18 July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0" y="6537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2026-07-15T06:42:53Z</dcterms:created>
  <dcterms:modified xsi:type="dcterms:W3CDTF">2026-07-15T06:42:53Z</dcterms:modified>
</cp:coreProperties>
</file>